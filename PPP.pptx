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5" r:id="rId6"/>
    <p:sldId id="266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1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8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28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1 184 24575,'0'-2'0,"1"0"0,-1-1 0,1 1 0,-1 0 0,1 0 0,0-1 0,0 1 0,0 0 0,0 0 0,0 0 0,1 0 0,-1 0 0,1 0 0,3-3 0,0 0 0,1-1 0,0 1 0,8-4 0,9-5 0,1 2 0,48-19 0,-25 13 0,-16 2 0,-23 11 0,0 1 0,0 0 0,15-5 0,-10 6 0,0 0 0,0 1 0,0 1 0,0 0 0,0 0 0,1 1 0,16 3 0,-26-2 0,-1-1 0,1 1 0,-1 1 0,1-1 0,-1 0 0,1 1 0,-1-1 0,0 1 0,0 0 0,0 0 0,0 1 0,0-1 0,-1 0 0,1 1 0,3 5 0,-3-5 0,-1 1 0,1 0 0,-1 0 0,-1 1 0,1-1 0,-1 0 0,1 1 0,-1-1 0,0 1 0,-1-1 0,1 1 0,-1 4 0,1 4 0,-2 1 0,1 0 0,-2-1 0,0 1 0,0-1 0,-1 1 0,-7 17 0,-29 69 0,35-91 0,0-1 0,-1 1 0,0-1 0,0 0 0,-7 8 0,-3 5 0,8-13 0,0 0 0,0-1 0,-1 1 0,1-2 0,-2 1 0,-9 6 0,4-4 0,-16 16 0,21-16 0,-55 49 0,56-53 0,0 0 0,0 0 0,-1-1 0,-18 7 0,9-4 0,14-4 0,8-3 0,9-3 0,16-7 0,-1-2 0,50-30 0,-67 36 0,-1 0 0,1 0 0,0 1 0,0 0 0,0 1 0,1 0 0,-1 1 0,17-3 0,-14 5 0,0-2 0,17-5 0,-17 4 0,24-3 0,13 4 55,57 3 0,-44 1-1530,-46-1-5351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32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29 24575,'3'0'0,"-1"0"0,1-1 0,-1 0 0,1 0 0,-1 0 0,0 0 0,1 0 0,2-2 0,10-5 0,-3 5 0,-1 1 0,0-1 0,0 2 0,1 0 0,-1 0 0,1 1 0,19 2 0,-14 0 0,-1 1 0,0 1 0,-1 0 0,30 12 0,-30-8 0,1 1 0,-2 0 0,1 1 0,-1 1 0,-1 0 0,17 17 0,-27-24 0,-1-1 0,1 0 0,0 1 0,-1 0 0,0 0 0,0-1 0,0 1 0,-1 1 0,1-1 0,-1 0 0,0 0 0,1 7 0,0 4 0,-1 0 0,-2 20 0,1-29 0,0-1 0,-1 0 0,0-1 0,0 1 0,0 0 0,-1 0 0,1-1 0,-1 1 0,0-1 0,-1 0 0,1 1 0,-1-1 0,-5 7 0,-2 0 0,0 0 0,-23 18 0,28-26 0,0 1 0,0-1 0,0 0 0,-1-1 0,1 1 0,-1-1 0,0 0 0,1 0 0,-1-1 0,-12 2 0,-1-2 0,0 0 0,-19-3 0,35 2 0,-3 0 0,9-1 0,6 0 0,33-16 0,-32 12 0,-1 1 0,1 0 0,0 1 0,0 0 0,12-1 0,-14 3 0,0 0 0,0 1 0,0 0 0,0 1 0,0-1 0,9 3 0,-15-2 0,0-1 0,1 1 0,-1 0 0,0 0 0,1 0 0,-1 0 0,0 0 0,0 0 0,0 0 0,0 1 0,0-1 0,0 1 0,0 0 0,0 0 0,-1-1 0,1 1 0,-1 0 0,1 0 0,-1 1 0,0-1 0,0 0 0,0 0 0,2 5 0,0 9 0,-2-11 0,0-1 0,0 0 0,0 1 0,0-1 0,1 0 0,-1 0 0,4 5 0,1 2 0,0 0 0,-1 1 0,0 0 0,0 0 0,-2 0 0,1 0 0,-2 1 0,0-1 0,1 17 0,-2-7 0,-1 1 0,-1-1 0,-1 0 0,-7 33 0,7-47 0,1-1 0,-2 1 0,1-1 0,-8 14 0,9-18 0,-1-1 0,0 1 0,1-1 0,-1 1 0,0-1 0,-1 0 0,1 0 0,0 0 0,-1 0 0,1 0 0,-1 0 0,1-1 0,-1 1 0,0-1 0,-3 1 0,-10 2 0,1-1 0,-1 0 0,0-1 0,1-1 0,-1-1 0,0 0 0,0-1 0,-16-4 0,21 3 0,0-1 0,0-1 0,0 0 0,1-1 0,-19-10 0,12 6 0,-19-8 0,30 14 0,-1 0 0,1-1 0,0 0 0,0 0 0,-6-6 0,-10-7 0,11 11 0,-2-3 0,-1 0 0,2-1 0,-1 0 0,-15-17 0,22 17-1365,1 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36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23706,'29'833'0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39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24575,'1'25'0,"5"45"0,12 11 0,-12-59 0,-1 1 0,2 43 0,-5 46 0,1-89 0,-3-23 0,0 0 0,0 1 0,0-1 0,0 0 0,1 1 0,-1-1 0,0 0 0,0 1 0,0-1 0,0 0 0,1 0 0,-1 1 0,0-1 0,0 0 0,1 0 0,-1 1 0,0-1 0,0 0 0,1 0 0,-1 0 0,0 0 0,0 1 0,1-1 0,0 0 0,-1 0 0,1 0 0,-1-1 0,1 1 0,-1 0 0,1 0 0,-1 0 0,1-1 0,-1 1 0,1 0 0,-1-1 0,0 1 0,1 0 0,-1-1 0,1 1 0,-1-1 0,0 1 0,1 0 0,-1-1 0,0 0 0,20-32 0,-15 24 0,0 0 0,7-9 0,-10 16 0,0 0 0,0 0 0,0 1 0,0-1 0,1 1 0,-1-1 0,0 1 0,1 0 0,-1 0 0,0 0 0,1 0 0,2 0 0,35-6 0,-30 6 0,9-1 0,-13 2 0,0-1 0,0 1 0,0-1 0,0-1 0,6-1 0,2-3 0,0 1 0,0 0 0,1 1 0,-1 1 0,1 1 0,0 0 0,18 0 0,269 3 0,-294 0 0,0 0 0,0 0 0,0 1 0,14 5 0,-12-4 0,-1-1 0,19 4 0,17-5-1365,-32-1-5461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47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464 0 24575,'-450'0'-1365,"437"0"-5461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49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23839,'0'380'0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7:55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 24575,'62'1'0,"67"-2"0,-87-4 0,-25 2 0,19 0 0,-24 3 0,5-2 0,1 2 0,0 1 0,0 0 0,-1 1 0,1 1 0,19 5 0,-35-7 0,1 0 0,-1 0 0,1 0 0,-1 1 0,1-1 0,-1 0 0,0 1 0,0 0 0,0-1 0,0 1 0,3 3 0,-2-1 0,0 1 0,0 0 0,0 0 0,2 7 0,4 9 0,-3-9 0,0 1 0,-2-1 0,5 16 0,-5-13 0,-1 1 0,-1-1 0,0 0 0,-1 1 0,0 0 0,-2-1 0,-3 30 0,1-35 0,0 0 0,-1 0 0,0 0 0,0-1 0,-1 0 0,-7 11 0,4-7 0,5-8 0,0 1 0,-1 1 0,1-1 0,-2 0 0,1 0 0,-1 0 0,0 0 0,0-1 0,0 0 0,-1 0 0,-6 4 0,-2-1 0,9-4 0,-1 0 0,1-1 0,-1 0 0,1-1 0,-1 1 0,0-1 0,0 0 0,0 0 0,0-1 0,-8 1 0,-28 0 0,-44-5 0,74 1 0,0 0 0,0 0 0,1-1 0,-1-1 0,1 0 0,-17-9 0,23 10 0,0 0 0,1-1 0,-1 0 0,1 0 0,0 0 0,1 0 0,-1 0 0,1-1 0,-6-8 0,5 6 0,-1 0 0,-1 0 0,-5-6 0,7 9-105,1-1 0,0 1 0,0-1 0,0 1 0,1-1 0,0 0 0,-1 0 0,2 0 0,-1 0 0,1 0 0,-1 0 0,0-11 0,0 3-6721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8:01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315 1 24575,'-3'0'0,"0"0"0,1 0 0,-1 1 0,1-1 0,-1 1 0,0 0 0,1 0 0,-1 0 0,1 0 0,0 0 0,-4 3 0,-23 20 0,15-11 0,0-1 0,5-5 0,1 1 0,-1-1 0,2 1 0,-11 13 0,-31 46 0,28-42 0,2 2 0,-17 29 0,21-29 0,11-21 0,0 1 0,0-1 0,1 1 0,-1 0 0,1 0 0,1 1 0,0-1 0,0 1 0,-2 12 0,4 137 0,1-70 0,-1-82 0,0-1 0,1 1 0,-1 0 0,1-1 0,0 1 0,1 0 0,-1-1 0,1 1 0,-1-1 0,1 0 0,1 1 0,-1-1 0,1 0 0,-1 0 0,1 0 0,0-1 0,0 1 0,5 3 0,-1-2 0,0 0 0,0 0 0,1 0 0,0-1 0,0 0 0,0-1 0,0 0 0,0 0 0,9 1 0,10 1 0,0-1 0,1-1 0,51-1 0,-44-2 0,29-1 0,-62 1 0,-1 0 0,0 0 0,0-1 0,0 1 0,1 0 0,-1-1 0,0 1 0,0-1 0,0 1 0,0-1 0,0 1 0,0-1 0,0 0 0,0 0 0,0 1 0,0-1 0,0 0 0,1-2 0,0 0 0,0 0 0,0-1 0,0 1 0,1-7 0,8-12 0,4 4 0,-12 16 0,-1-1 0,0 1 0,1-1 0,-1 1 0,0-1 0,0 0 0,-1 0 0,1 0 0,-1 0 0,1 0 0,-1 0 0,1-7 0,1-13 0,-2-1 0,-3-35 0,0 7 0,2 46 0,-1 0 0,1 0 0,-1 0 0,0 0 0,-1 0 0,0 0 0,0 0 0,0 0 0,-6-11 0,6 14 0,0 0 0,-1-1 0,1 1 0,-1 0 0,1 0 0,-1 0 0,0 1 0,0-1 0,0 1 0,-1-1 0,1 1 0,0 0 0,-1 0 0,0 1 0,1-1 0,-6-1 0,-13-1 0,1 1 0,0 0 0,-1 2 0,1 0 0,-1 2 0,-22 2 0,40-2 0,0 0 0,0-1 0,-1 1 0,1 1 0,0-1 0,0 1 0,0-1 0,1 1 0,-1 0 0,0 1 0,1-1 0,-1 1 0,1-1 0,0 1 0,-5 6 0,3-3 0,0 0 0,1 1 0,0 0 0,1 0 0,0 0 0,0 0 0,-4 14 0,5-13 0,-1-1 0,-1 1 0,-6 10 0,7-12 0,-1-1 0,1 1 0,1 0 0,-1 0 0,1 0 0,0 1 0,-1 5 0,1 10-235,2 33 0,0-44-660,0 1-5931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8:57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56 24575,'33'-1'0,"45"-9"0,-4 1 0,9-3 0,-17 2 0,137-4 0,-26 15-1365,-160-1-5461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3T13:09:08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0 424 24575,'0'-2'0,"1"0"0,-1 0 0,1 0 0,0 0 0,-1 0 0,1 0 0,0 0 0,0 0 0,0 0 0,0 0 0,1 1 0,2-4 0,21-21 0,-19 20 0,4-2 0,0 0 0,1 0 0,-1 1 0,14-6 0,-23 13 0,8-7 0,0 1 0,-1-2 0,1 1 0,-1-1 0,13-17 0,3-2 0,-16 18 0,2 0 0,-1 0 0,17-11 0,-20 16 0,0-1 0,0 0 0,-1 0 0,0 0 0,0 0 0,7-11 0,-5 4 0,0 1 0,10-23 0,-16 30 0,1-1 0,-1 1 0,0-1 0,0 0 0,0 0 0,0-7 0,-1 10 0,0-1 0,0 1 0,0-1 0,-1 1 0,1-1 0,-1 1 0,1-1 0,-1 1 0,0 0 0,0 0 0,0-1 0,0 1 0,0 0 0,-2-3 0,3 5 0,-1 0 0,1-1 0,0 1 0,-1 0 0,1-1 0,0 1 0,-1 0 0,1-1 0,0 1 0,-1 0 0,1 0 0,-1-1 0,1 1 0,-1 0 0,1 0 0,-1 0 0,1 0 0,-1-1 0,1 1 0,-1 0 0,1 0 0,-1 0 0,1 0 0,-1 0 0,1 0 0,-1 0 0,1 1 0,-1-1 0,1 0 0,0 0 0,-1 0 0,1 0 0,-1 1 0,1-1 0,-1 0 0,1 0 0,0 1 0,-1-1 0,1 0 0,-1 1 0,1-1 0,0 0 0,-1 1 0,1-1 0,0 1 0,0-1 0,-1 0 0,1 1 0,0-1 0,0 1 0,-2 3 0,0-1 0,0 1 0,1 0 0,-3 6 0,2 5 0,0 0 0,1-1 0,1 1 0,0 0 0,1 0 0,0-1 0,1 1 0,6 20 0,0-9 0,2 8 0,-6 10 0,-1 0 0,-4 50 0,-1-20 0,2 202 0,1-264 85,0 0-1,1 0 1,6 20-1,-5-19-651,0 0-1,2 22 0,-4-22-6258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A4094-6EC5-8A4A-2001-A472BE6705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D95937-8DB3-4436-4234-360B713A5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ED1F9-0963-8533-7263-A6B69EDF5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A552F-F2EF-5A1D-2C08-96B0BC23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C6F33-2269-322F-9CEA-873E45F1B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49363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A34A-6F4C-CADC-34C5-14301633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F4531-7C7E-6F9C-0DE3-BE7D5565F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F23A-AC60-F48E-6866-21201124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9A901-FAD8-4F2C-FDDE-A74C1740F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A6380-DA90-5BF4-D20F-78CAE8760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9007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E520-1A82-2C8B-8D57-4D9E65415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E7A3-DDD2-90AE-3AAD-A36D653DA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97A4-4364-465E-8A2C-ED2FB160B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868C4-BA8D-D9BD-CB66-2A198067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7CB8-1A33-0F01-25E1-E7F8D4E6C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1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DF64-CD06-32AA-D0EC-3C9645E7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323BF-FCF6-AC73-E4EA-6FD1D28C8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9A7DD-636B-E253-DFED-3A3E3F3011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12862-85B1-F64F-3BEC-844EAA81A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3C757-7054-566C-2CFC-29D9F7CC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03F84-453D-9851-5896-D66DCE040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56855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4F5C-6366-7720-9552-C0F52964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5C3DB-7E02-99B4-04C1-526D7056A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D87BF9-C25A-2F07-BEEF-745FF01FF2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14A0F-90CC-B303-D82A-2567DCE58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45FAF3-A39A-389C-5C3C-F4FE74A24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56CF-DFFB-F843-DAEB-D40509F3D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AD7F68-C615-A955-3AA6-CE342B12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95BBBA-AA93-533B-0ED2-ED27D386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69342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20C8E-1A8F-03D3-8803-65BAA6F5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0625B0-08E4-380B-3E9C-8E7D13FA8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C6D295-CB13-2C3A-1335-5CF412D54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C41809-D6A5-F70D-CDAC-F990E17B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80677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ACE9D2-6DCE-2CAC-D000-7F521C2D4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64EFC1-6CB6-815F-EDA6-D9FB1E87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D20BB-93DB-2EBF-8801-3769CD06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6149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8DFD5-2253-2742-4C96-7E9DEAC96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AC9CD-6E22-3B6B-FA1F-1AB152CC0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9C71C-25BD-F409-64FE-03037681B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838BA5-986B-3560-7D30-1BADE18B1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1FD6C3-2AAB-5005-F186-5BEDA8E1D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DA7EB-D2F3-5BF8-0F0E-ADE55F42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48592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C87D-BEDA-EE5C-0B84-49875269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E088A7-34D6-5E60-5D13-45A9265CB6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F0FC4-5CDE-35A0-2F74-45BA88EE2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62FCDE-6C4D-0E6E-2AFB-86AF9D788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07132-BEAA-728F-A415-075EF6E47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731E2-C3CC-2294-869C-13BB4B722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42544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DB7FE-C189-D482-9ED5-362CF92B7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F39C5-4BDF-BFCD-C0C9-7CC34A1D43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C1B75-58D5-143C-34DC-9B8009567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C25E7-6732-5589-872A-C9243631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BB1EC-B480-A34F-5495-5063975C2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461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3EC4B3-3DDA-7232-C5ED-F115015A6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B2F3BC-E478-BBC1-F19C-63BF42A48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0FC4D-BAE4-6EBC-0DD0-EDDDC6846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D7A2B-88D4-BB48-A898-F7F67065F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BD5ED-7F5A-20AD-A7FD-303BC9AD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325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2C29C3-ED3E-BE39-3396-40986A0F1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E3692-0699-F07B-7727-BE680994A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FEE33-E99A-8E6C-A90B-91AFE89E1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65259-7FC5-4C29-B0AC-E06BC341AF2C}" type="datetimeFigureOut">
              <a:rPr lang="de-CH" smtClean="0"/>
              <a:t>23.01.2026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1DD19-E7DB-ECC5-FA8F-E8F11732A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1ADBD-65CF-8A08-E578-6E33BDDB1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8F28DD-693F-4E6B-B379-9CAB4145080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6563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customXml" Target="../ink/ink6.xml"/><Relationship Id="rId18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0.png"/><Relationship Id="rId17" Type="http://schemas.openxmlformats.org/officeDocument/2006/relationships/customXml" Target="../ink/ink8.xml"/><Relationship Id="rId2" Type="http://schemas.openxmlformats.org/officeDocument/2006/relationships/image" Target="../media/image5.png"/><Relationship Id="rId16" Type="http://schemas.openxmlformats.org/officeDocument/2006/relationships/image" Target="../media/image12.png"/><Relationship Id="rId20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9.png"/><Relationship Id="rId19" Type="http://schemas.openxmlformats.org/officeDocument/2006/relationships/customXml" Target="../ink/ink9.xml"/><Relationship Id="rId4" Type="http://schemas.openxmlformats.org/officeDocument/2006/relationships/image" Target="../media/image6.png"/><Relationship Id="rId9" Type="http://schemas.openxmlformats.org/officeDocument/2006/relationships/customXml" Target="../ink/ink4.xml"/><Relationship Id="rId14" Type="http://schemas.openxmlformats.org/officeDocument/2006/relationships/image" Target="../media/image11.png"/><Relationship Id="rId22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F05ACD0-FF4A-4F8F-B5C5-6A4EBD0D1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9AFA28-B5ED-4346-9AF7-68A157F16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1F97F-48AA-0C51-928A-3C231B67B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7683" y="1254177"/>
            <a:ext cx="4561369" cy="963606"/>
          </a:xfrm>
        </p:spPr>
        <p:txBody>
          <a:bodyPr anchor="b">
            <a:normAutofit/>
          </a:bodyPr>
          <a:lstStyle/>
          <a:p>
            <a:r>
              <a:rPr lang="de-CH" sz="5400" b="1" dirty="0">
                <a:solidFill>
                  <a:srgbClr val="595959"/>
                </a:solidFill>
              </a:rPr>
              <a:t>Schnitzel Jagd</a:t>
            </a:r>
          </a:p>
        </p:txBody>
      </p:sp>
      <p:pic>
        <p:nvPicPr>
          <p:cNvPr id="6" name="Picture 5" descr="A potato with arms and legs&#10;&#10;AI-generated content may be incorrect.">
            <a:extLst>
              <a:ext uri="{FF2B5EF4-FFF2-40B4-BE49-F238E27FC236}">
                <a16:creationId xmlns:a16="http://schemas.microsoft.com/office/drawing/2014/main" id="{4E25DAC0-973B-2531-BFF3-DED83194C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0935" y="1419785"/>
            <a:ext cx="4018430" cy="401843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61C9401-1834-53CE-9B44-54B3D1D4D213}"/>
              </a:ext>
            </a:extLst>
          </p:cNvPr>
          <p:cNvSpPr txBox="1">
            <a:spLocks/>
          </p:cNvSpPr>
          <p:nvPr/>
        </p:nvSpPr>
        <p:spPr>
          <a:xfrm>
            <a:off x="7556437" y="5293894"/>
            <a:ext cx="3163700" cy="5580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de-CH" sz="2000" b="1" dirty="0">
                <a:solidFill>
                  <a:srgbClr val="595959"/>
                </a:solidFill>
              </a:rPr>
              <a:t>Jamie, Gregory &amp; Kush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F76E9D-106E-F10C-0DAD-30B76A8F0CD1}"/>
              </a:ext>
            </a:extLst>
          </p:cNvPr>
          <p:cNvSpPr txBox="1"/>
          <p:nvPr/>
        </p:nvSpPr>
        <p:spPr>
          <a:xfrm>
            <a:off x="2398294" y="2782669"/>
            <a:ext cx="26710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595959"/>
                </a:solidFill>
              </a:rPr>
              <a:t>6 verschiedene Tasks</a:t>
            </a:r>
          </a:p>
          <a:p>
            <a:endParaRPr lang="de-CH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1269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638CF7-0D5B-3B9A-E146-450F06893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8083630-35E2-5A70-B338-816D65C53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602340-9535-54CD-306C-0CC231873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pic>
        <p:nvPicPr>
          <p:cNvPr id="18" name="Picture 17" descr="A screenshot of a phone&#10;&#10;AI-generated content may be incorrect.">
            <a:extLst>
              <a:ext uri="{FF2B5EF4-FFF2-40B4-BE49-F238E27FC236}">
                <a16:creationId xmlns:a16="http://schemas.microsoft.com/office/drawing/2014/main" id="{940EEC60-0692-2341-CF2B-3ED0E37F3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035" y="1109270"/>
            <a:ext cx="2140522" cy="4639458"/>
          </a:xfrm>
          <a:prstGeom prst="rect">
            <a:avLst/>
          </a:prstGeom>
        </p:spPr>
      </p:pic>
      <p:pic>
        <p:nvPicPr>
          <p:cNvPr id="20" name="Picture 19" descr="A close-up of a phone&#10;&#10;AI-generated content may be incorrect.">
            <a:extLst>
              <a:ext uri="{FF2B5EF4-FFF2-40B4-BE49-F238E27FC236}">
                <a16:creationId xmlns:a16="http://schemas.microsoft.com/office/drawing/2014/main" id="{EA300359-EB0F-5453-A490-025E343564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557" y="1109272"/>
            <a:ext cx="2139949" cy="4639456"/>
          </a:xfrm>
          <a:prstGeom prst="rect">
            <a:avLst/>
          </a:prstGeom>
        </p:spPr>
      </p:pic>
      <p:pic>
        <p:nvPicPr>
          <p:cNvPr id="22" name="Picture 21" descr="A screenshot of a phone&#10;&#10;AI-generated content may be incorrect.">
            <a:extLst>
              <a:ext uri="{FF2B5EF4-FFF2-40B4-BE49-F238E27FC236}">
                <a16:creationId xmlns:a16="http://schemas.microsoft.com/office/drawing/2014/main" id="{8D59E61F-E7E5-746F-F740-CB32F9188D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506" y="1109270"/>
            <a:ext cx="2139949" cy="4639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7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481F28-B89D-6EC8-C826-65D4C9D55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2C21DF-58BE-2231-11EA-A150283A9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8665E0-9F26-E149-DFBA-E9706B191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24B1B9-58B7-3167-A320-02534F7A49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33725" y="661472"/>
            <a:ext cx="6417301" cy="963606"/>
          </a:xfrm>
        </p:spPr>
        <p:txBody>
          <a:bodyPr anchor="b">
            <a:normAutofit/>
          </a:bodyPr>
          <a:lstStyle/>
          <a:p>
            <a:r>
              <a:rPr lang="de-CH" sz="5400" b="1" dirty="0">
                <a:solidFill>
                  <a:srgbClr val="595959"/>
                </a:solidFill>
              </a:rPr>
              <a:t>Jagd das Schwein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055808-6A4D-F69C-2EB8-8FB2AB43341B}"/>
              </a:ext>
            </a:extLst>
          </p:cNvPr>
          <p:cNvSpPr/>
          <p:nvPr/>
        </p:nvSpPr>
        <p:spPr>
          <a:xfrm>
            <a:off x="1166477" y="2325106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Markierter Bereich hingehen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6E96BC-E6A8-06D8-4B7E-E87D37DB46D1}"/>
              </a:ext>
            </a:extLst>
          </p:cNvPr>
          <p:cNvSpPr/>
          <p:nvPr/>
        </p:nvSpPr>
        <p:spPr>
          <a:xfrm>
            <a:off x="1166477" y="3349304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QR-Code scannen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0DC27B-80AA-EE2A-2017-E731DF9B44D7}"/>
              </a:ext>
            </a:extLst>
          </p:cNvPr>
          <p:cNvSpPr/>
          <p:nvPr/>
        </p:nvSpPr>
        <p:spPr>
          <a:xfrm>
            <a:off x="1166477" y="4390978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Handy Drehen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DA47FE-89D5-6620-0E80-4BD88A21C20D}"/>
              </a:ext>
            </a:extLst>
          </p:cNvPr>
          <p:cNvSpPr/>
          <p:nvPr/>
        </p:nvSpPr>
        <p:spPr>
          <a:xfrm>
            <a:off x="7497692" y="2348670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Rennen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8DF9DA-4C83-B168-49F1-5ADF3FEE6A72}"/>
              </a:ext>
            </a:extLst>
          </p:cNvPr>
          <p:cNvSpPr/>
          <p:nvPr/>
        </p:nvSpPr>
        <p:spPr>
          <a:xfrm>
            <a:off x="7497692" y="3372868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WLAN verbinden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0BC6708-6AE7-F3AC-A9C3-E0C743F6F0F5}"/>
              </a:ext>
            </a:extLst>
          </p:cNvPr>
          <p:cNvSpPr/>
          <p:nvPr/>
        </p:nvSpPr>
        <p:spPr>
          <a:xfrm>
            <a:off x="7497692" y="4414542"/>
            <a:ext cx="2851940" cy="711748"/>
          </a:xfrm>
          <a:prstGeom prst="roundRect">
            <a:avLst/>
          </a:prstGeom>
          <a:ln>
            <a:solidFill>
              <a:srgbClr val="F8F1B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CH" dirty="0"/>
              <a:t>Laden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37F4F7-AD7D-AC81-EEA9-BAD21BA0574C}"/>
              </a:ext>
            </a:extLst>
          </p:cNvPr>
          <p:cNvSpPr/>
          <p:nvPr/>
        </p:nvSpPr>
        <p:spPr>
          <a:xfrm>
            <a:off x="4277909" y="1570628"/>
            <a:ext cx="3020785" cy="4405629"/>
          </a:xfrm>
          <a:prstGeom prst="rect">
            <a:avLst/>
          </a:prstGeom>
          <a:solidFill>
            <a:srgbClr val="F8F1B1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" name="Picture 3" descr="A pig wearing a mask and a black mask with gold bars&#10;&#10;AI-generated content may be incorrect.">
            <a:extLst>
              <a:ext uri="{FF2B5EF4-FFF2-40B4-BE49-F238E27FC236}">
                <a16:creationId xmlns:a16="http://schemas.microsoft.com/office/drawing/2014/main" id="{4CACDA8E-8F7E-C1E3-2D03-62BF85F98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974" y="1717754"/>
            <a:ext cx="2700900" cy="403830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232295E-377C-F7D8-9213-CBD857EE5E46}"/>
                  </a:ext>
                </a:extLst>
              </p14:cNvPr>
              <p14:cNvContentPartPr/>
              <p14:nvPr/>
            </p14:nvContentPartPr>
            <p14:xfrm>
              <a:off x="1318782" y="3666330"/>
              <a:ext cx="266040" cy="216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232295E-377C-F7D8-9213-CBD857EE5E4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10142" y="3657330"/>
                <a:ext cx="28368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5181B0D-41CE-B37B-786C-43E511C6106A}"/>
                  </a:ext>
                </a:extLst>
              </p14:cNvPr>
              <p14:cNvContentPartPr/>
              <p14:nvPr/>
            </p14:nvContentPartPr>
            <p14:xfrm>
              <a:off x="1339302" y="4636530"/>
              <a:ext cx="191160" cy="296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5181B0D-41CE-B37B-786C-43E511C6106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30302" y="4627890"/>
                <a:ext cx="208800" cy="31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C965BFC-0A28-FAAC-115F-C90BCC4D9E32}"/>
                  </a:ext>
                </a:extLst>
              </p14:cNvPr>
              <p14:cNvContentPartPr/>
              <p14:nvPr/>
            </p14:nvContentPartPr>
            <p14:xfrm>
              <a:off x="8064462" y="2597850"/>
              <a:ext cx="10440" cy="3002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C965BFC-0A28-FAAC-115F-C90BCC4D9E3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055462" y="2589210"/>
                <a:ext cx="28080" cy="31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9FA70FB-891C-F8C3-563E-AE27D4E2CC61}"/>
                  </a:ext>
                </a:extLst>
              </p14:cNvPr>
              <p14:cNvContentPartPr/>
              <p14:nvPr/>
            </p14:nvContentPartPr>
            <p14:xfrm>
              <a:off x="7880533" y="2622865"/>
              <a:ext cx="303120" cy="1544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9FA70FB-891C-F8C3-563E-AE27D4E2CC6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871533" y="2613865"/>
                <a:ext cx="32076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D459C65-C6E2-67ED-69B6-605745F5AD99}"/>
                  </a:ext>
                </a:extLst>
              </p14:cNvPr>
              <p14:cNvContentPartPr/>
              <p14:nvPr/>
            </p14:nvContentPartPr>
            <p14:xfrm>
              <a:off x="7737613" y="3581185"/>
              <a:ext cx="16704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D459C65-C6E2-67ED-69B6-605745F5AD9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728973" y="3572185"/>
                <a:ext cx="1846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31A1A4F-A7F8-409D-714B-FD2C5117FA78}"/>
                  </a:ext>
                </a:extLst>
              </p14:cNvPr>
              <p14:cNvContentPartPr/>
              <p14:nvPr/>
            </p14:nvContentPartPr>
            <p14:xfrm>
              <a:off x="7732213" y="3581185"/>
              <a:ext cx="720" cy="1368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31A1A4F-A7F8-409D-714B-FD2C5117FA7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714213" y="3572185"/>
                <a:ext cx="3600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09AD00C-8722-0161-F823-4C7E7C2ECBAC}"/>
                  </a:ext>
                </a:extLst>
              </p14:cNvPr>
              <p14:cNvContentPartPr/>
              <p14:nvPr/>
            </p14:nvContentPartPr>
            <p14:xfrm>
              <a:off x="7736173" y="3712945"/>
              <a:ext cx="192960" cy="1821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09AD00C-8722-0161-F823-4C7E7C2ECBA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727533" y="3703945"/>
                <a:ext cx="21060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804B1E3-4A8C-B916-9C07-71D5F3D3F410}"/>
                  </a:ext>
                </a:extLst>
              </p14:cNvPr>
              <p14:cNvContentPartPr/>
              <p14:nvPr/>
            </p14:nvContentPartPr>
            <p14:xfrm>
              <a:off x="7823653" y="4603945"/>
              <a:ext cx="170640" cy="2811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804B1E3-4A8C-B916-9C07-71D5F3D3F41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815013" y="4595305"/>
                <a:ext cx="188280" cy="29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962FE6B-5C72-FDCD-479A-AC0FE6B2F77A}"/>
                  </a:ext>
                </a:extLst>
              </p14:cNvPr>
              <p14:cNvContentPartPr/>
              <p14:nvPr/>
            </p14:nvContentPartPr>
            <p14:xfrm>
              <a:off x="1295053" y="2835265"/>
              <a:ext cx="263520" cy="205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962FE6B-5C72-FDCD-479A-AC0FE6B2F77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286413" y="2826265"/>
                <a:ext cx="28116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A22F047-8D1D-8DAA-7BF7-9873A1372ABA}"/>
                  </a:ext>
                </a:extLst>
              </p14:cNvPr>
              <p14:cNvContentPartPr/>
              <p14:nvPr/>
            </p14:nvContentPartPr>
            <p14:xfrm>
              <a:off x="1311253" y="2502265"/>
              <a:ext cx="125280" cy="3315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A22F047-8D1D-8DAA-7BF7-9873A1372A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302253" y="2493265"/>
                <a:ext cx="142920" cy="34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0624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3FB8E-B8E6-27AD-65DA-5EA18A261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F21D1DB0-1AE4-934B-14BF-BF4A07ADA2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6" t="1053" r="1486" b="743"/>
          <a:stretch>
            <a:fillRect/>
          </a:stretch>
        </p:blipFill>
        <p:spPr>
          <a:xfrm>
            <a:off x="1988103" y="643466"/>
            <a:ext cx="2605443" cy="557106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50C870FE-EF54-D6D0-B39A-F4E8D0624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974" y="643467"/>
            <a:ext cx="2618400" cy="55710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56AEC3-CAEE-6E45-A753-56BE46423923}"/>
              </a:ext>
            </a:extLst>
          </p:cNvPr>
          <p:cNvSpPr txBox="1"/>
          <p:nvPr/>
        </p:nvSpPr>
        <p:spPr>
          <a:xfrm>
            <a:off x="6485744" y="2898098"/>
            <a:ext cx="96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FIGMA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0BE292-4DB7-CAF3-2B51-FBAC1C7047A7}"/>
              </a:ext>
            </a:extLst>
          </p:cNvPr>
          <p:cNvSpPr txBox="1"/>
          <p:nvPr/>
        </p:nvSpPr>
        <p:spPr>
          <a:xfrm>
            <a:off x="4872091" y="2898098"/>
            <a:ext cx="96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REAL</a:t>
            </a:r>
          </a:p>
        </p:txBody>
      </p:sp>
    </p:spTree>
    <p:extLst>
      <p:ext uri="{BB962C8B-B14F-4D97-AF65-F5344CB8AC3E}">
        <p14:creationId xmlns:p14="http://schemas.microsoft.com/office/powerpoint/2010/main" val="2083936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04CBA-55E0-D4DF-4D07-778388A7E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white rectangular object with a trophy&#10;&#10;AI-generated content may be incorrect.">
            <a:extLst>
              <a:ext uri="{FF2B5EF4-FFF2-40B4-BE49-F238E27FC236}">
                <a16:creationId xmlns:a16="http://schemas.microsoft.com/office/drawing/2014/main" id="{DC497F34-2D59-702C-74AE-1DD76A151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095" y="643466"/>
            <a:ext cx="2799460" cy="5571066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9833BEC2-EC97-C947-37AF-B0F8656B0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38" y="643467"/>
            <a:ext cx="260447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037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C56905-6415-95AB-BB77-CB0E2408F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03BB2FD7-DDA7-7A29-F05B-4D2CAA60D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6" y="643466"/>
            <a:ext cx="2757677" cy="5571066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map&#10;&#10;AI-generated content may be incorrect.">
            <a:extLst>
              <a:ext uri="{FF2B5EF4-FFF2-40B4-BE49-F238E27FC236}">
                <a16:creationId xmlns:a16="http://schemas.microsoft.com/office/drawing/2014/main" id="{A83DE432-C033-BE0D-B8F6-37C423763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974" y="643467"/>
            <a:ext cx="2618400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3202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A3D6BE-1E78-2850-9A8D-4C8B2EE5D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4846193D-9C31-49AB-F0CD-2C618FE1E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914" y="643466"/>
            <a:ext cx="2729822" cy="557106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qr code&#10;&#10;AI-generated content may be incorrect.">
            <a:extLst>
              <a:ext uri="{FF2B5EF4-FFF2-40B4-BE49-F238E27FC236}">
                <a16:creationId xmlns:a16="http://schemas.microsoft.com/office/drawing/2014/main" id="{7C8B4E40-EB06-10CD-B6BB-68DC956FF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38" y="643467"/>
            <a:ext cx="260447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575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4E87F-75B8-E5EA-2C7D-E54598583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cell phone on a white background&#10;&#10;AI-generated content may be incorrect.">
            <a:extLst>
              <a:ext uri="{FF2B5EF4-FFF2-40B4-BE49-F238E27FC236}">
                <a16:creationId xmlns:a16="http://schemas.microsoft.com/office/drawing/2014/main" id="{F0551802-91E6-BAD5-ED0F-B47E1EDEB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6" y="643466"/>
            <a:ext cx="2757677" cy="557106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 shot of a phone&#10;&#10;AI-generated content may be incorrect.">
            <a:extLst>
              <a:ext uri="{FF2B5EF4-FFF2-40B4-BE49-F238E27FC236}">
                <a16:creationId xmlns:a16="http://schemas.microsoft.com/office/drawing/2014/main" id="{0DA1CE77-3044-A253-9C48-8223FAAC3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902" y="643467"/>
            <a:ext cx="2590545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77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CE167-C0C1-2A43-29A1-AD01A309A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729C5134-DCF6-52A5-5D5D-06EE4A3A7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058" y="643466"/>
            <a:ext cx="2785533" cy="557106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56A7D2C8-D216-3D5E-9AB8-256381A7D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902" y="643467"/>
            <a:ext cx="2590545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40942-AFBC-AF8C-7996-43AB03F77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wifi sign&#10;&#10;AI-generated content may be incorrect.">
            <a:extLst>
              <a:ext uri="{FF2B5EF4-FFF2-40B4-BE49-F238E27FC236}">
                <a16:creationId xmlns:a16="http://schemas.microsoft.com/office/drawing/2014/main" id="{B22306EA-B863-9A66-52C5-0E89662A1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095" y="643466"/>
            <a:ext cx="2799460" cy="557106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 shot of a wifi connection&#10;&#10;AI-generated content may be incorrect.">
            <a:extLst>
              <a:ext uri="{FF2B5EF4-FFF2-40B4-BE49-F238E27FC236}">
                <a16:creationId xmlns:a16="http://schemas.microsoft.com/office/drawing/2014/main" id="{90BB192D-5E89-4B86-9452-CF31E400A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38" y="643467"/>
            <a:ext cx="260447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46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A357C-27EF-1B6F-398E-92777F5A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C6B2A4B3-D30A-A1CB-84CB-6150A3525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878" y="643466"/>
            <a:ext cx="2715894" cy="5571066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 shot of a phone&#10;&#10;AI-generated content may be incorrect.">
            <a:extLst>
              <a:ext uri="{FF2B5EF4-FFF2-40B4-BE49-F238E27FC236}">
                <a16:creationId xmlns:a16="http://schemas.microsoft.com/office/drawing/2014/main" id="{A711DF69-4271-468D-6634-E67F8973A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38" y="643467"/>
            <a:ext cx="260447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93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12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Schnitzel Jagd</vt:lpstr>
      <vt:lpstr>PowerPoint Presentation</vt:lpstr>
      <vt:lpstr>Jagd das Schwein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kushsrigiri@gmail.com</dc:creator>
  <cp:lastModifiedBy>kushsrigiri@gmail.com</cp:lastModifiedBy>
  <cp:revision>9</cp:revision>
  <dcterms:created xsi:type="dcterms:W3CDTF">2026-01-23T10:11:08Z</dcterms:created>
  <dcterms:modified xsi:type="dcterms:W3CDTF">2026-01-23T13:11:35Z</dcterms:modified>
</cp:coreProperties>
</file>