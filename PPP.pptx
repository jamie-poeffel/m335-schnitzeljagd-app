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1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97" autoAdjust="0"/>
    <p:restoredTop sz="94660"/>
  </p:normalViewPr>
  <p:slideViewPr>
    <p:cSldViewPr snapToGrid="0">
      <p:cViewPr>
        <p:scale>
          <a:sx n="104" d="100"/>
          <a:sy n="104" d="100"/>
        </p:scale>
        <p:origin x="160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A4094-6EC5-8A4A-2001-A472BE6705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de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D95937-8DB3-4436-4234-360B713A51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EED1F9-0963-8533-7263-A6B69EDF5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65259-7FC5-4C29-B0AC-E06BC341AF2C}" type="datetimeFigureOut">
              <a:rPr lang="de-CH" smtClean="0"/>
              <a:t>23.01.2026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8A552F-F2EF-5A1D-2C08-96B0BC23A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DC6F33-2269-322F-9CEA-873E45F1B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28DD-693F-4E6B-B379-9CAB4145080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49363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AA34A-6F4C-CADC-34C5-14301633F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F4531-7C7E-6F9C-0DE3-BE7D5565F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F23A-AC60-F48E-6866-21201124C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65259-7FC5-4C29-B0AC-E06BC341AF2C}" type="datetimeFigureOut">
              <a:rPr lang="de-CH" smtClean="0"/>
              <a:t>23.01.2026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69A901-FAD8-4F2C-FDDE-A74C1740F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0A6380-DA90-5BF4-D20F-78CAE8760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28DD-693F-4E6B-B379-9CAB4145080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290071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9E520-1A82-2C8B-8D57-4D9E65415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0E7A3-DDD2-90AE-3AAD-A36D653DA3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B97A4-4364-465E-8A2C-ED2FB160BB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65259-7FC5-4C29-B0AC-E06BC341AF2C}" type="datetimeFigureOut">
              <a:rPr lang="de-CH" smtClean="0"/>
              <a:t>23.01.2026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F868C4-BA8D-D9BD-CB66-2A198067C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C97CB8-1A33-0F01-25E1-E7F8D4E6C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28DD-693F-4E6B-B379-9CAB4145080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6184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1DF64-CD06-32AA-D0EC-3C9645E78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323BF-FCF6-AC73-E4EA-6FD1D28C8B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9A7DD-636B-E253-DFED-3A3E3F3011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612862-85B1-F64F-3BEC-844EAA81A4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65259-7FC5-4C29-B0AC-E06BC341AF2C}" type="datetimeFigureOut">
              <a:rPr lang="de-CH" smtClean="0"/>
              <a:t>23.01.2026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A3C757-7054-566C-2CFC-29D9F7CC0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103F84-453D-9851-5896-D66DCE040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28DD-693F-4E6B-B379-9CAB4145080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568557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04F5C-6366-7720-9552-C0F529648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C5C3DB-7E02-99B4-04C1-526D7056A6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D87BF9-C25A-2F07-BEEF-745FF01FF2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514A0F-90CC-B303-D82A-2567DCE586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45FAF3-A39A-389C-5C3C-F4FE74A24A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5256CF-DFFB-F843-DAEB-D40509F3D6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65259-7FC5-4C29-B0AC-E06BC341AF2C}" type="datetimeFigureOut">
              <a:rPr lang="de-CH" smtClean="0"/>
              <a:t>23.01.2026</a:t>
            </a:fld>
            <a:endParaRPr lang="de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0AD7F68-C615-A955-3AA6-CE342B123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95BBBA-AA93-533B-0ED2-ED27D3860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28DD-693F-4E6B-B379-9CAB4145080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693428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20C8E-1A8F-03D3-8803-65BAA6F5D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0625B0-08E4-380B-3E9C-8E7D13FA8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65259-7FC5-4C29-B0AC-E06BC341AF2C}" type="datetimeFigureOut">
              <a:rPr lang="de-CH" smtClean="0"/>
              <a:t>23.01.2026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C6D295-CB13-2C3A-1335-5CF412D54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C41809-D6A5-F70D-CDAC-F990E17BF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28DD-693F-4E6B-B379-9CAB4145080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806776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ACE9D2-6DCE-2CAC-D000-7F521C2D4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65259-7FC5-4C29-B0AC-E06BC341AF2C}" type="datetimeFigureOut">
              <a:rPr lang="de-CH" smtClean="0"/>
              <a:t>23.01.2026</a:t>
            </a:fld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64EFC1-6CB6-815F-EDA6-D9FB1E87E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D20BB-93DB-2EBF-8801-3769CD06D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28DD-693F-4E6B-B379-9CAB4145080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761497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8DFD5-2253-2742-4C96-7E9DEAC96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4AC9CD-6E22-3B6B-FA1F-1AB152CC09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89C71C-25BD-F409-64FE-03037681B3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838BA5-986B-3560-7D30-1BADE18B1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65259-7FC5-4C29-B0AC-E06BC341AF2C}" type="datetimeFigureOut">
              <a:rPr lang="de-CH" smtClean="0"/>
              <a:t>23.01.2026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1FD6C3-2AAB-5005-F186-5BEDA8E1D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4DA7EB-D2F3-5BF8-0F0E-ADE55F42A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28DD-693F-4E6B-B379-9CAB4145080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748592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BC87D-BEDA-EE5C-0B84-498752690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e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E088A7-34D6-5E60-5D13-45A9265CB6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8F0FC4-5CDE-35A0-2F74-45BA88EE20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62FCDE-6C4D-0E6E-2AFB-86AF9D788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65259-7FC5-4C29-B0AC-E06BC341AF2C}" type="datetimeFigureOut">
              <a:rPr lang="de-CH" smtClean="0"/>
              <a:t>23.01.2026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07132-BEAA-728F-A415-075EF6E47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9731E2-C3CC-2294-869C-13BB4B7227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28DD-693F-4E6B-B379-9CAB4145080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425440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DB7FE-C189-D482-9ED5-362CF92B7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3F39C5-4BDF-BFCD-C0C9-7CC34A1D43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2C1B75-58D5-143C-34DC-9B8009567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65259-7FC5-4C29-B0AC-E06BC341AF2C}" type="datetimeFigureOut">
              <a:rPr lang="de-CH" smtClean="0"/>
              <a:t>23.01.2026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8C25E7-6732-5589-872A-C92436317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BB1EC-B480-A34F-5495-5063975C2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28DD-693F-4E6B-B379-9CAB4145080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94611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3EC4B3-3DDA-7232-C5ED-F115015A65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B2F3BC-E478-BBC1-F19C-63BF42A485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0FC4D-BAE4-6EBC-0DD0-EDDDC68465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65259-7FC5-4C29-B0AC-E06BC341AF2C}" type="datetimeFigureOut">
              <a:rPr lang="de-CH" smtClean="0"/>
              <a:t>23.01.2026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9D7A2B-88D4-BB48-A898-F7F67065F5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4BD5ED-7F5A-20AD-A7FD-303BC9ADD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28DD-693F-4E6B-B379-9CAB4145080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232578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2C29C3-ED3E-BE39-3396-40986A0F1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DE3692-0699-F07B-7727-BE680994A4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BFEE33-E99A-8E6C-A90B-91AFE89E11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065259-7FC5-4C29-B0AC-E06BC341AF2C}" type="datetimeFigureOut">
              <a:rPr lang="de-CH" smtClean="0"/>
              <a:t>23.01.2026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31DD19-E7DB-ECC5-FA8F-E8F11732A4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C1ADBD-65CF-8A08-E578-6E33BDDB18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8F28DD-693F-4E6B-B379-9CAB4145080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7165635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DF05ACD0-FF4A-4F8F-B5C5-6A4EBD0D1B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9AFA28-B5ED-4346-9AF7-68A157F16C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5800" y="685800"/>
            <a:ext cx="10820400" cy="54864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91F97F-48AA-0C51-928A-3C231B67B4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7683" y="1254177"/>
            <a:ext cx="4561369" cy="963606"/>
          </a:xfrm>
        </p:spPr>
        <p:txBody>
          <a:bodyPr anchor="b">
            <a:normAutofit/>
          </a:bodyPr>
          <a:lstStyle/>
          <a:p>
            <a:r>
              <a:rPr lang="de-CH" sz="5400" b="1" dirty="0">
                <a:solidFill>
                  <a:srgbClr val="595959"/>
                </a:solidFill>
              </a:rPr>
              <a:t>Schnitzel Jagd</a:t>
            </a:r>
          </a:p>
        </p:txBody>
      </p:sp>
      <p:pic>
        <p:nvPicPr>
          <p:cNvPr id="6" name="Picture 5" descr="A potato with arms and legs&#10;&#10;AI-generated content may be incorrect.">
            <a:extLst>
              <a:ext uri="{FF2B5EF4-FFF2-40B4-BE49-F238E27FC236}">
                <a16:creationId xmlns:a16="http://schemas.microsoft.com/office/drawing/2014/main" id="{4E25DAC0-973B-2531-BFF3-DED83194CC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0935" y="1419785"/>
            <a:ext cx="4018430" cy="401843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261C9401-1834-53CE-9B44-54B3D1D4D213}"/>
              </a:ext>
            </a:extLst>
          </p:cNvPr>
          <p:cNvSpPr txBox="1">
            <a:spLocks/>
          </p:cNvSpPr>
          <p:nvPr/>
        </p:nvSpPr>
        <p:spPr>
          <a:xfrm>
            <a:off x="7556437" y="5293894"/>
            <a:ext cx="3163700" cy="55801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de-CH" sz="2000" b="1" dirty="0">
                <a:solidFill>
                  <a:srgbClr val="595959"/>
                </a:solidFill>
              </a:rPr>
              <a:t>Jamie, Gregory &amp; Kush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F76E9D-106E-F10C-0DAD-30B76A8F0CD1}"/>
              </a:ext>
            </a:extLst>
          </p:cNvPr>
          <p:cNvSpPr txBox="1"/>
          <p:nvPr/>
        </p:nvSpPr>
        <p:spPr>
          <a:xfrm>
            <a:off x="2398294" y="2782669"/>
            <a:ext cx="26710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solidFill>
                  <a:srgbClr val="595959"/>
                </a:solidFill>
              </a:rPr>
              <a:t>6 verschiedene Tasks</a:t>
            </a:r>
          </a:p>
          <a:p>
            <a:endParaRPr lang="de-CH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12697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481F28-B89D-6EC8-C826-65D4C9D55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A2C21DF-58BE-2231-11EA-A150283A92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8665E0-9F26-E149-DFBA-E9706B191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5800" y="685800"/>
            <a:ext cx="10820400" cy="54864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24B1B9-58B7-3167-A320-02534F7A49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33725" y="661472"/>
            <a:ext cx="6417301" cy="963606"/>
          </a:xfrm>
        </p:spPr>
        <p:txBody>
          <a:bodyPr anchor="b">
            <a:normAutofit/>
          </a:bodyPr>
          <a:lstStyle/>
          <a:p>
            <a:r>
              <a:rPr lang="de-CH" sz="5400" b="1" dirty="0">
                <a:solidFill>
                  <a:srgbClr val="595959"/>
                </a:solidFill>
              </a:rPr>
              <a:t>Jagd das Schwein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1055808-6A4D-F69C-2EB8-8FB2AB43341B}"/>
              </a:ext>
            </a:extLst>
          </p:cNvPr>
          <p:cNvSpPr/>
          <p:nvPr/>
        </p:nvSpPr>
        <p:spPr>
          <a:xfrm>
            <a:off x="1166477" y="2325106"/>
            <a:ext cx="2851940" cy="711748"/>
          </a:xfrm>
          <a:prstGeom prst="roundRect">
            <a:avLst/>
          </a:prstGeom>
          <a:ln>
            <a:solidFill>
              <a:srgbClr val="F8F1B1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CH" dirty="0"/>
              <a:t>Markierter Bereich hingehen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96E96BC-E6A8-06D8-4B7E-E87D37DB46D1}"/>
              </a:ext>
            </a:extLst>
          </p:cNvPr>
          <p:cNvSpPr/>
          <p:nvPr/>
        </p:nvSpPr>
        <p:spPr>
          <a:xfrm>
            <a:off x="1166477" y="3349304"/>
            <a:ext cx="2851940" cy="711748"/>
          </a:xfrm>
          <a:prstGeom prst="roundRect">
            <a:avLst/>
          </a:prstGeom>
          <a:ln>
            <a:solidFill>
              <a:srgbClr val="F8F1B1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CH" dirty="0"/>
              <a:t>QR-Code scannen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F0DC27B-80AA-EE2A-2017-E731DF9B44D7}"/>
              </a:ext>
            </a:extLst>
          </p:cNvPr>
          <p:cNvSpPr/>
          <p:nvPr/>
        </p:nvSpPr>
        <p:spPr>
          <a:xfrm>
            <a:off x="1166477" y="4390978"/>
            <a:ext cx="2851940" cy="711748"/>
          </a:xfrm>
          <a:prstGeom prst="roundRect">
            <a:avLst/>
          </a:prstGeom>
          <a:ln>
            <a:solidFill>
              <a:srgbClr val="F8F1B1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CH" dirty="0"/>
              <a:t>Handy Drehen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BDA47FE-89D5-6620-0E80-4BD88A21C20D}"/>
              </a:ext>
            </a:extLst>
          </p:cNvPr>
          <p:cNvSpPr/>
          <p:nvPr/>
        </p:nvSpPr>
        <p:spPr>
          <a:xfrm>
            <a:off x="7497692" y="2348670"/>
            <a:ext cx="2851940" cy="711748"/>
          </a:xfrm>
          <a:prstGeom prst="roundRect">
            <a:avLst/>
          </a:prstGeom>
          <a:ln>
            <a:solidFill>
              <a:srgbClr val="F8F1B1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CH" dirty="0"/>
              <a:t>Rennen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A8DF9DA-4C83-B168-49F1-5ADF3FEE6A72}"/>
              </a:ext>
            </a:extLst>
          </p:cNvPr>
          <p:cNvSpPr/>
          <p:nvPr/>
        </p:nvSpPr>
        <p:spPr>
          <a:xfrm>
            <a:off x="7497692" y="3372868"/>
            <a:ext cx="2851940" cy="711748"/>
          </a:xfrm>
          <a:prstGeom prst="roundRect">
            <a:avLst/>
          </a:prstGeom>
          <a:ln>
            <a:solidFill>
              <a:srgbClr val="F8F1B1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CH" dirty="0"/>
              <a:t>WLAN verbinden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0BC6708-6AE7-F3AC-A9C3-E0C743F6F0F5}"/>
              </a:ext>
            </a:extLst>
          </p:cNvPr>
          <p:cNvSpPr/>
          <p:nvPr/>
        </p:nvSpPr>
        <p:spPr>
          <a:xfrm>
            <a:off x="7497692" y="4414542"/>
            <a:ext cx="2851940" cy="711748"/>
          </a:xfrm>
          <a:prstGeom prst="roundRect">
            <a:avLst/>
          </a:prstGeom>
          <a:ln>
            <a:solidFill>
              <a:srgbClr val="F8F1B1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CH" dirty="0"/>
              <a:t>Laden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937F4F7-AD7D-AC81-EEA9-BAD21BA0574C}"/>
              </a:ext>
            </a:extLst>
          </p:cNvPr>
          <p:cNvSpPr/>
          <p:nvPr/>
        </p:nvSpPr>
        <p:spPr>
          <a:xfrm>
            <a:off x="4277909" y="1570628"/>
            <a:ext cx="3020785" cy="4405629"/>
          </a:xfrm>
          <a:prstGeom prst="rect">
            <a:avLst/>
          </a:prstGeom>
          <a:solidFill>
            <a:srgbClr val="F8F1B1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4" name="Picture 3" descr="A pig wearing a mask and a black mask with gold bars&#10;&#10;AI-generated content may be incorrect.">
            <a:extLst>
              <a:ext uri="{FF2B5EF4-FFF2-40B4-BE49-F238E27FC236}">
                <a16:creationId xmlns:a16="http://schemas.microsoft.com/office/drawing/2014/main" id="{4CACDA8E-8F7E-C1E3-2D03-62BF85F985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7974" y="1717754"/>
            <a:ext cx="2700900" cy="4038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6242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</Words>
  <Application>Microsoft Office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Schnitzel Jagd</vt:lpstr>
      <vt:lpstr>Jagd das Schwein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kushsrigiri@gmail.com</dc:creator>
  <cp:lastModifiedBy>kushsrigiri@gmail.com</cp:lastModifiedBy>
  <cp:revision>4</cp:revision>
  <dcterms:created xsi:type="dcterms:W3CDTF">2026-01-23T10:11:08Z</dcterms:created>
  <dcterms:modified xsi:type="dcterms:W3CDTF">2026-01-23T10:47:50Z</dcterms:modified>
</cp:coreProperties>
</file>