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94660"/>
  </p:normalViewPr>
  <p:slideViewPr>
    <p:cSldViewPr snapToGrid="0">
      <p:cViewPr>
        <p:scale>
          <a:sx n="121" d="100"/>
          <a:sy n="121" d="100"/>
        </p:scale>
        <p:origin x="-2069" y="-2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4094-6EC5-8A4A-2001-A472BE670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D95937-8DB3-4436-4234-360B713A51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ED1F9-0963-8533-7263-A6B69EDF5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5259-7FC5-4C29-B0AC-E06BC341AF2C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A552F-F2EF-5A1D-2C08-96B0BC23A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C6F33-2269-322F-9CEA-873E45F1B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28DD-693F-4E6B-B379-9CAB4145080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49363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A34A-6F4C-CADC-34C5-14301633F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F4531-7C7E-6F9C-0DE3-BE7D5565F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F23A-AC60-F48E-6866-21201124C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5259-7FC5-4C29-B0AC-E06BC341AF2C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9A901-FAD8-4F2C-FDDE-A74C1740F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A6380-DA90-5BF4-D20F-78CAE876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28DD-693F-4E6B-B379-9CAB4145080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29007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E520-1A82-2C8B-8D57-4D9E6541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0E7A3-DDD2-90AE-3AAD-A36D653DA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97A4-4364-465E-8A2C-ED2FB160B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5259-7FC5-4C29-B0AC-E06BC341AF2C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868C4-BA8D-D9BD-CB66-2A198067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97CB8-1A33-0F01-25E1-E7F8D4E6C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28DD-693F-4E6B-B379-9CAB4145080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61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DF64-CD06-32AA-D0EC-3C9645E78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323BF-FCF6-AC73-E4EA-6FD1D28C8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9A7DD-636B-E253-DFED-3A3E3F301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12862-85B1-F64F-3BEC-844EAA81A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5259-7FC5-4C29-B0AC-E06BC341AF2C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3C757-7054-566C-2CFC-29D9F7CC0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03F84-453D-9851-5896-D66DCE040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28DD-693F-4E6B-B379-9CAB4145080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56855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4F5C-6366-7720-9552-C0F52964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5C3DB-7E02-99B4-04C1-526D7056A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87BF9-C25A-2F07-BEEF-745FF01FF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514A0F-90CC-B303-D82A-2567DCE58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45FAF3-A39A-389C-5C3C-F4FE74A24A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5256CF-DFFB-F843-DAEB-D40509F3D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5259-7FC5-4C29-B0AC-E06BC341AF2C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AD7F68-C615-A955-3AA6-CE342B12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5BBBA-AA93-533B-0ED2-ED27D3860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28DD-693F-4E6B-B379-9CAB4145080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69342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20C8E-1A8F-03D3-8803-65BAA6F5D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0625B0-08E4-380B-3E9C-8E7D13FA8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5259-7FC5-4C29-B0AC-E06BC341AF2C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C6D295-CB13-2C3A-1335-5CF412D54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C41809-D6A5-F70D-CDAC-F990E17BF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28DD-693F-4E6B-B379-9CAB4145080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80677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ACE9D2-6DCE-2CAC-D000-7F521C2D4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5259-7FC5-4C29-B0AC-E06BC341AF2C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64EFC1-6CB6-815F-EDA6-D9FB1E87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D20BB-93DB-2EBF-8801-3769CD06D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28DD-693F-4E6B-B379-9CAB4145080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76149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8DFD5-2253-2742-4C96-7E9DEAC96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AC9CD-6E22-3B6B-FA1F-1AB152CC0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9C71C-25BD-F409-64FE-03037681B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38BA5-986B-3560-7D30-1BADE18B1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5259-7FC5-4C29-B0AC-E06BC341AF2C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FD6C3-2AAB-5005-F186-5BEDA8E1D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DA7EB-D2F3-5BF8-0F0E-ADE55F42A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28DD-693F-4E6B-B379-9CAB4145080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48592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BC87D-BEDA-EE5C-0B84-498752690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E088A7-34D6-5E60-5D13-45A9265CB6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F0FC4-5CDE-35A0-2F74-45BA88EE2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2FCDE-6C4D-0E6E-2AFB-86AF9D788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5259-7FC5-4C29-B0AC-E06BC341AF2C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07132-BEAA-728F-A415-075EF6E47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731E2-C3CC-2294-869C-13BB4B722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28DD-693F-4E6B-B379-9CAB4145080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42544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DB7FE-C189-D482-9ED5-362CF92B7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F39C5-4BDF-BFCD-C0C9-7CC34A1D4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C1B75-58D5-143C-34DC-9B8009567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5259-7FC5-4C29-B0AC-E06BC341AF2C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C25E7-6732-5589-872A-C92436317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BB1EC-B480-A34F-5495-5063975C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28DD-693F-4E6B-B379-9CAB4145080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9461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3EC4B3-3DDA-7232-C5ED-F115015A65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2F3BC-E478-BBC1-F19C-63BF42A48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0FC4D-BAE4-6EBC-0DD0-EDDDC6846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5259-7FC5-4C29-B0AC-E06BC341AF2C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D7A2B-88D4-BB48-A898-F7F67065F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BD5ED-7F5A-20AD-A7FD-303BC9AD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28DD-693F-4E6B-B379-9CAB4145080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3257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2C29C3-ED3E-BE39-3396-40986A0F1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E3692-0699-F07B-7727-BE680994A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FEE33-E99A-8E6C-A90B-91AFE89E1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065259-7FC5-4C29-B0AC-E06BC341AF2C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1DD19-E7DB-ECC5-FA8F-E8F11732A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1ADBD-65CF-8A08-E578-6E33BDDB18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8F28DD-693F-4E6B-B379-9CAB4145080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16563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91F97F-48AA-0C51-928A-3C231B67B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7683" y="1254177"/>
            <a:ext cx="4561369" cy="963606"/>
          </a:xfrm>
        </p:spPr>
        <p:txBody>
          <a:bodyPr anchor="b">
            <a:normAutofit/>
          </a:bodyPr>
          <a:lstStyle/>
          <a:p>
            <a:r>
              <a:rPr lang="de-CH" sz="5400" b="1" dirty="0">
                <a:solidFill>
                  <a:srgbClr val="595959"/>
                </a:solidFill>
              </a:rPr>
              <a:t>Schnitzel Jagd</a:t>
            </a:r>
          </a:p>
        </p:txBody>
      </p:sp>
      <p:pic>
        <p:nvPicPr>
          <p:cNvPr id="6" name="Picture 5" descr="A potato with arms and legs&#10;&#10;AI-generated content may be incorrect.">
            <a:extLst>
              <a:ext uri="{FF2B5EF4-FFF2-40B4-BE49-F238E27FC236}">
                <a16:creationId xmlns:a16="http://schemas.microsoft.com/office/drawing/2014/main" id="{4E25DAC0-973B-2531-BFF3-DED83194C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935" y="1419785"/>
            <a:ext cx="4018430" cy="401843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61C9401-1834-53CE-9B44-54B3D1D4D213}"/>
              </a:ext>
            </a:extLst>
          </p:cNvPr>
          <p:cNvSpPr txBox="1">
            <a:spLocks/>
          </p:cNvSpPr>
          <p:nvPr/>
        </p:nvSpPr>
        <p:spPr>
          <a:xfrm>
            <a:off x="7556437" y="5293894"/>
            <a:ext cx="3163700" cy="5580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CH" sz="2000" b="1" dirty="0">
                <a:solidFill>
                  <a:srgbClr val="595959"/>
                </a:solidFill>
              </a:rPr>
              <a:t>Jamie, Gregory &amp; Kush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F76E9D-106E-F10C-0DAD-30B76A8F0CD1}"/>
              </a:ext>
            </a:extLst>
          </p:cNvPr>
          <p:cNvSpPr txBox="1"/>
          <p:nvPr/>
        </p:nvSpPr>
        <p:spPr>
          <a:xfrm>
            <a:off x="2398294" y="2782669"/>
            <a:ext cx="2671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solidFill>
                  <a:srgbClr val="595959"/>
                </a:solidFill>
              </a:rPr>
              <a:t>6 verschiedene Tasks</a:t>
            </a:r>
          </a:p>
          <a:p>
            <a:endParaRPr lang="de-CH" b="1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269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638CF7-0D5B-3B9A-E146-450F06893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8083630-35E2-5A70-B338-816D65C53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602340-9535-54CD-306C-0CC231873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pic>
        <p:nvPicPr>
          <p:cNvPr id="18" name="Picture 17" descr="A screenshot of a phone&#10;&#10;AI-generated content may be incorrect.">
            <a:extLst>
              <a:ext uri="{FF2B5EF4-FFF2-40B4-BE49-F238E27FC236}">
                <a16:creationId xmlns:a16="http://schemas.microsoft.com/office/drawing/2014/main" id="{940EEC60-0692-2341-CF2B-3ED0E37F3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035" y="1109270"/>
            <a:ext cx="2140522" cy="4639458"/>
          </a:xfrm>
          <a:prstGeom prst="rect">
            <a:avLst/>
          </a:prstGeom>
        </p:spPr>
      </p:pic>
      <p:pic>
        <p:nvPicPr>
          <p:cNvPr id="20" name="Picture 19" descr="A close-up of a phone&#10;&#10;AI-generated content may be incorrect.">
            <a:extLst>
              <a:ext uri="{FF2B5EF4-FFF2-40B4-BE49-F238E27FC236}">
                <a16:creationId xmlns:a16="http://schemas.microsoft.com/office/drawing/2014/main" id="{EA300359-EB0F-5453-A490-025E34356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557" y="1109272"/>
            <a:ext cx="2139949" cy="4639456"/>
          </a:xfrm>
          <a:prstGeom prst="rect">
            <a:avLst/>
          </a:prstGeom>
        </p:spPr>
      </p:pic>
      <p:pic>
        <p:nvPicPr>
          <p:cNvPr id="22" name="Picture 21" descr="A screenshot of a phone&#10;&#10;AI-generated content may be incorrect.">
            <a:extLst>
              <a:ext uri="{FF2B5EF4-FFF2-40B4-BE49-F238E27FC236}">
                <a16:creationId xmlns:a16="http://schemas.microsoft.com/office/drawing/2014/main" id="{8D59E61F-E7E5-746F-F740-CB32F9188D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506" y="1109270"/>
            <a:ext cx="2139949" cy="463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7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481F28-B89D-6EC8-C826-65D4C9D55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2C21DF-58BE-2231-11EA-A150283A9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8665E0-9F26-E149-DFBA-E9706B191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24B1B9-58B7-3167-A320-02534F7A4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3725" y="661472"/>
            <a:ext cx="6417301" cy="963606"/>
          </a:xfrm>
        </p:spPr>
        <p:txBody>
          <a:bodyPr anchor="b">
            <a:normAutofit/>
          </a:bodyPr>
          <a:lstStyle/>
          <a:p>
            <a:r>
              <a:rPr lang="de-CH" sz="5400" b="1" dirty="0">
                <a:solidFill>
                  <a:srgbClr val="595959"/>
                </a:solidFill>
              </a:rPr>
              <a:t>Jagd das Schwein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055808-6A4D-F69C-2EB8-8FB2AB43341B}"/>
              </a:ext>
            </a:extLst>
          </p:cNvPr>
          <p:cNvSpPr/>
          <p:nvPr/>
        </p:nvSpPr>
        <p:spPr>
          <a:xfrm>
            <a:off x="1166477" y="2325106"/>
            <a:ext cx="2851940" cy="711748"/>
          </a:xfrm>
          <a:prstGeom prst="roundRect">
            <a:avLst/>
          </a:prstGeom>
          <a:ln>
            <a:solidFill>
              <a:srgbClr val="F8F1B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CH" dirty="0"/>
              <a:t>Markierter Bereich hingehen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6E96BC-E6A8-06D8-4B7E-E87D37DB46D1}"/>
              </a:ext>
            </a:extLst>
          </p:cNvPr>
          <p:cNvSpPr/>
          <p:nvPr/>
        </p:nvSpPr>
        <p:spPr>
          <a:xfrm>
            <a:off x="1166477" y="3349304"/>
            <a:ext cx="2851940" cy="711748"/>
          </a:xfrm>
          <a:prstGeom prst="roundRect">
            <a:avLst/>
          </a:prstGeom>
          <a:ln>
            <a:solidFill>
              <a:srgbClr val="F8F1B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CH" dirty="0"/>
              <a:t>QR-Code scannen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F0DC27B-80AA-EE2A-2017-E731DF9B44D7}"/>
              </a:ext>
            </a:extLst>
          </p:cNvPr>
          <p:cNvSpPr/>
          <p:nvPr/>
        </p:nvSpPr>
        <p:spPr>
          <a:xfrm>
            <a:off x="1166477" y="4390978"/>
            <a:ext cx="2851940" cy="711748"/>
          </a:xfrm>
          <a:prstGeom prst="roundRect">
            <a:avLst/>
          </a:prstGeom>
          <a:ln>
            <a:solidFill>
              <a:srgbClr val="F8F1B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CH" dirty="0"/>
              <a:t>Handy Drehen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BDA47FE-89D5-6620-0E80-4BD88A21C20D}"/>
              </a:ext>
            </a:extLst>
          </p:cNvPr>
          <p:cNvSpPr/>
          <p:nvPr/>
        </p:nvSpPr>
        <p:spPr>
          <a:xfrm>
            <a:off x="7497692" y="2348670"/>
            <a:ext cx="2851940" cy="711748"/>
          </a:xfrm>
          <a:prstGeom prst="roundRect">
            <a:avLst/>
          </a:prstGeom>
          <a:ln>
            <a:solidFill>
              <a:srgbClr val="F8F1B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CH" dirty="0"/>
              <a:t>Rennen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8DF9DA-4C83-B168-49F1-5ADF3FEE6A72}"/>
              </a:ext>
            </a:extLst>
          </p:cNvPr>
          <p:cNvSpPr/>
          <p:nvPr/>
        </p:nvSpPr>
        <p:spPr>
          <a:xfrm>
            <a:off x="7497692" y="3372868"/>
            <a:ext cx="2851940" cy="711748"/>
          </a:xfrm>
          <a:prstGeom prst="roundRect">
            <a:avLst/>
          </a:prstGeom>
          <a:ln>
            <a:solidFill>
              <a:srgbClr val="F8F1B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CH" dirty="0"/>
              <a:t>WLAN verbinden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BC6708-6AE7-F3AC-A9C3-E0C743F6F0F5}"/>
              </a:ext>
            </a:extLst>
          </p:cNvPr>
          <p:cNvSpPr/>
          <p:nvPr/>
        </p:nvSpPr>
        <p:spPr>
          <a:xfrm>
            <a:off x="7497692" y="4414542"/>
            <a:ext cx="2851940" cy="711748"/>
          </a:xfrm>
          <a:prstGeom prst="roundRect">
            <a:avLst/>
          </a:prstGeom>
          <a:ln>
            <a:solidFill>
              <a:srgbClr val="F8F1B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CH" dirty="0"/>
              <a:t>Laden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37F4F7-AD7D-AC81-EEA9-BAD21BA0574C}"/>
              </a:ext>
            </a:extLst>
          </p:cNvPr>
          <p:cNvSpPr/>
          <p:nvPr/>
        </p:nvSpPr>
        <p:spPr>
          <a:xfrm>
            <a:off x="4277909" y="1570628"/>
            <a:ext cx="3020785" cy="4405629"/>
          </a:xfrm>
          <a:prstGeom prst="rect">
            <a:avLst/>
          </a:prstGeom>
          <a:solidFill>
            <a:srgbClr val="F8F1B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4" name="Picture 3" descr="A pig wearing a mask and a black mask with gold bars&#10;&#10;AI-generated content may be incorrect.">
            <a:extLst>
              <a:ext uri="{FF2B5EF4-FFF2-40B4-BE49-F238E27FC236}">
                <a16:creationId xmlns:a16="http://schemas.microsoft.com/office/drawing/2014/main" id="{4CACDA8E-8F7E-C1E3-2D03-62BF85F98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974" y="1717754"/>
            <a:ext cx="2700900" cy="403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24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3FB8E-B8E6-27AD-65DA-5EA18A261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7F5EDD95-EF0C-B851-0351-2D22D3B8C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162" y="643467"/>
            <a:ext cx="2757676" cy="5571065"/>
          </a:xfrm>
          <a:prstGeom prst="rect">
            <a:avLst/>
          </a:prstGeom>
          <a:ln>
            <a:noFill/>
          </a:ln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365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A3D6BE-1E78-2850-9A8D-4C8B2EE5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4846193D-9C31-49AB-F0CD-2C618FE1E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089" y="643467"/>
            <a:ext cx="2729822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0575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4E87F-75B8-E5EA-2C7D-E54598583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ell phone on a white background&#10;&#10;AI-generated content may be incorrect.">
            <a:extLst>
              <a:ext uri="{FF2B5EF4-FFF2-40B4-BE49-F238E27FC236}">
                <a16:creationId xmlns:a16="http://schemas.microsoft.com/office/drawing/2014/main" id="{F0551802-91E6-BAD5-ED0F-B47E1EDEB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162" y="643467"/>
            <a:ext cx="2757676" cy="5571065"/>
          </a:xfrm>
          <a:prstGeom prst="rect">
            <a:avLst/>
          </a:prstGeom>
          <a:ln>
            <a:noFill/>
          </a:ln>
        </p:spPr>
      </p:pic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779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8CE167-C0C1-2A43-29A1-AD01A309A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729C5134-DCF6-52A5-5D5D-06EE4A3A7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234" y="643467"/>
            <a:ext cx="2785532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0988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C40942-AFBC-AF8C-7996-43AB03F77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wifi sign&#10;&#10;AI-generated content may be incorrect.">
            <a:extLst>
              <a:ext uri="{FF2B5EF4-FFF2-40B4-BE49-F238E27FC236}">
                <a16:creationId xmlns:a16="http://schemas.microsoft.com/office/drawing/2014/main" id="{B22306EA-B863-9A66-52C5-0E89662A1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270" y="643467"/>
            <a:ext cx="2799459" cy="5571065"/>
          </a:xfrm>
          <a:prstGeom prst="rect">
            <a:avLst/>
          </a:prstGeom>
          <a:ln>
            <a:noFill/>
          </a:ln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66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A357C-27EF-1B6F-398E-92777F5AB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C6B2A4B3-D30A-A1CB-84CB-6150A3525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053" y="643467"/>
            <a:ext cx="2715893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0934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Schnitzel Jagd</vt:lpstr>
      <vt:lpstr>PowerPoint Presentation</vt:lpstr>
      <vt:lpstr>Jagd das Schwein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kushsrigiri@gmail.com</dc:creator>
  <cp:lastModifiedBy>kushsrigiri@gmail.com</cp:lastModifiedBy>
  <cp:revision>7</cp:revision>
  <dcterms:created xsi:type="dcterms:W3CDTF">2026-01-23T10:11:08Z</dcterms:created>
  <dcterms:modified xsi:type="dcterms:W3CDTF">2026-01-23T12:17:29Z</dcterms:modified>
</cp:coreProperties>
</file>